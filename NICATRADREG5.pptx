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21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3C6B8-97DB-4241-8BA0-49F44AE76D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9BAF85-1BB3-4418-805E-AB3A7A42BC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5FAFCC9-2AD1-4BBB-8D71-DB620337D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CAF7EA0-9CE8-4308-A521-71F8A0E01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648BE73-D254-46D5-85B1-EC234C734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7652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6C86CB-DE56-433F-8CD8-BFE73B7EC0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DAEF642-DDE9-442F-8EBD-26672AF0D0B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95520C1-4E17-49B1-BF25-5B876A6E5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34A2F39-1329-4E09-84E2-B73795390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DD10649-656A-4B14-BD95-D5B23C029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58295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5225B-392C-4A02-B31F-905BE9F5BA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98100BE-4697-401C-8D28-D69C48A05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EE145E-041B-4F7E-9DA8-83C0582B2A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197BFBA-1718-4D74-B8AF-2933E34349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A09B63E-58A0-4AD2-99A7-22E4B510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07244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D4C9184-836F-4229-93F2-6E2ED7B5E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572019-1529-4238-A7C9-3977D7E018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D3F789A-0997-4871-9370-D73411C0C1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3E178C0-5D55-47AB-9D30-5BCD095598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27D87DE-A3D9-4557-8062-8A90A5274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23768CE-0D31-453D-AC96-175698F00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4864125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CF3555-9CF7-47E2-9F54-6B989462B8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768DB5F-91D2-4AE0-9335-C5CAC07A09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CFAEC3D-9A1E-45A3-9C73-051F3916FB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036DB3D-2348-4044-8874-74CC74FEB2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A3D129A-53FE-44AE-B536-B9ABEA43CD1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739160D-F626-4BB8-939E-C4E60DE12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912C8118-F6D8-4C1E-AEEF-DC8BBA700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F2CFE82C-A8E3-4910-B16B-17E8478D8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479533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D9E5D-5063-4EBF-AE56-A4CF1C47B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3DA35BA-ACA7-47CD-9D10-9E9FB5AC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E40EF8B-56E5-4F54-B63B-BE96946F6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C32061D-13DC-4A4C-9822-EAE8C50FB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37031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03D3B89-B7C7-477F-950F-F6F0313A8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F11EA15-5025-4184-B473-7E60ECEF8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7444A4B6-AF94-4A18-A8CD-D9B8B15A7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2720331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AD5F537-29BF-4B80-AFC6-E7D5C48399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81196AD-F094-4032-962D-2F2B25B1B0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3BAF95B-0EB5-4795-A493-2E36FABE6D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B23D230-4FAF-449A-9467-F5803752A6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023E9D6-9509-4FD4-A73B-974F84DB08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D83BCF-FF06-47BB-B58E-059770BE4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32597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D1983-F50E-4D74-90A7-BA26FC414B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F66545-4DD0-4B6C-9FC5-CEBC93525C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8A25165-4F99-4CC5-889D-E489C834D5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997C6C3-2B16-4047-AE53-85FE25F2E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CF87029-F75B-4549-8F2A-B4975ED32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52C9B64-CDEB-4775-B8EF-18DB7D57C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244628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AA750F-12DE-405C-9553-5675EFA86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AAD5639-C6E0-4775-8939-D4885D5574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3DE0B6B-105D-4DD2-964E-9605081698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5A6B857-62E4-453E-9714-04D1320AD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27F70B-833D-414E-98D6-E9307C528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742711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643453A-AC91-4812-B3D4-F2CFA74724F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E66EE53-84DF-436C-B512-7F4F21F274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C689C99-90E6-41D2-9CCB-5438F2746D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2260661-CB2E-45FA-8B53-3213E7706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F1E5322-834C-47FD-AB02-0D0A76AA5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971854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A086DAB-13B9-4209-BB9E-A56BF7BF2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145B546-0EED-479F-A778-FA7AD19BF1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55FD435-C8C9-482D-A722-E02E85C59A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D827C2-EA8E-4C41-A488-7495DA032230}" type="datetimeFigureOut">
              <a:rPr lang="es-NI" smtClean="0"/>
              <a:t>17/9/2026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216F37-9B51-4F46-BDC8-C83A7C170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8B82BA-A86F-4CA1-999F-B7CB8AB79E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9B23D82-5489-419D-B3FF-B694DD02FE3F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8772215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499FA5-584D-4D55-A647-FF12FEF40B1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es-MX" b="1" dirty="0" err="1"/>
              <a:t>NicaTrade</a:t>
            </a:r>
            <a:endParaRPr lang="es-NI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B27D28-213D-43A5-ABDC-8C0CE0EA23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s-MX" dirty="0"/>
              <a:t>• Operación de importación.</a:t>
            </a:r>
          </a:p>
          <a:p>
            <a:pPr algn="l"/>
            <a:r>
              <a:rPr lang="es-MX" dirty="0"/>
              <a:t> • México → Nicaragua</a:t>
            </a:r>
          </a:p>
          <a:p>
            <a:pPr algn="l"/>
            <a:r>
              <a:rPr lang="es-MX" dirty="0"/>
              <a:t> • Integrante: </a:t>
            </a:r>
            <a:r>
              <a:rPr lang="es-MX" dirty="0" err="1"/>
              <a:t>Mariangel</a:t>
            </a:r>
            <a:r>
              <a:rPr lang="es-MX" dirty="0"/>
              <a:t> Rodríguez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37252538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B8ADAB-54DF-47F7-927D-31C2BE3294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Empresa y Operación</a:t>
            </a:r>
            <a:endParaRPr lang="es-NI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1C773E-61F0-47F2-92A5-E28F3CC7EF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es-MX" dirty="0"/>
              <a:t>• Actividad de la empresa.</a:t>
            </a:r>
          </a:p>
          <a:p>
            <a:pPr algn="l"/>
            <a:r>
              <a:rPr lang="es-MX" dirty="0"/>
              <a:t> • Operación analizada</a:t>
            </a:r>
          </a:p>
          <a:p>
            <a:pPr algn="l"/>
            <a:r>
              <a:rPr lang="es-MX" dirty="0"/>
              <a:t> • Productos importados.</a:t>
            </a:r>
            <a:endParaRPr lang="es-NI" dirty="0"/>
          </a:p>
        </p:txBody>
      </p:sp>
    </p:spTree>
    <p:extLst>
      <p:ext uri="{BB962C8B-B14F-4D97-AF65-F5344CB8AC3E}">
        <p14:creationId xmlns:p14="http://schemas.microsoft.com/office/powerpoint/2010/main" val="9552340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2C02AE-E7AE-4B04-8C84-6249CAB5C48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Resultados</a:t>
            </a:r>
            <a:endParaRPr lang="es-NI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69B05E4-F166-47CC-9884-15C9EA1697E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037838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19D8BD-F3EB-49E3-B8C4-D7BD60BEF70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Conclusiones</a:t>
            </a:r>
            <a:endParaRPr lang="es-NI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063576F-1432-424E-92A9-933DCE81878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37619032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37</Words>
  <Application>Microsoft Office PowerPoint</Application>
  <PresentationFormat>Panorámica</PresentationFormat>
  <Paragraphs>10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Tema de Office</vt:lpstr>
      <vt:lpstr>NicaTrade</vt:lpstr>
      <vt:lpstr>Empresa y Operación</vt:lpstr>
      <vt:lpstr>Resultados</vt:lpstr>
      <vt:lpstr>Conclusiones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NicaTrade</dc:title>
  <dc:creator>Laboratorio Cisco</dc:creator>
  <cp:lastModifiedBy>Laboratorio Cisco</cp:lastModifiedBy>
  <cp:revision>2</cp:revision>
  <dcterms:created xsi:type="dcterms:W3CDTF">2026-09-17T14:02:20Z</dcterms:created>
  <dcterms:modified xsi:type="dcterms:W3CDTF">2026-09-17T14:09:41Z</dcterms:modified>
</cp:coreProperties>
</file>